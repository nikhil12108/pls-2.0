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Group A</c:v>
                  </c:pt>
                  <c:pt idx="1">
                    <c:v>Group 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14.2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My Chart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37160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2026-03-07T21:38:07Z</dcterms:created>
  <dcterms:modified xsi:type="dcterms:W3CDTF">2026-03-07T21:38:07Z</dcterms:modified>
</cp:coreProperties>
</file>