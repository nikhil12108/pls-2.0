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General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10.5</c:v>
                </c:pt>
                <c:pt idx="1">
                  <c:v>20.2</c:v>
                </c:pt>
                <c:pt idx="2">
                  <c:v>30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PieSeries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DA5DA"/>
              </a:solidFill>
              <a:effectLst/>
            </c:spPr>
          </c:dPt>
          <c:dPt>
            <c:idx val="1"/>
            <c:bubble3D val="0"/>
            <c:spPr>
              <a:solidFill>
                <a:srgbClr val="FAA43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Mild</c:v>
                </c:pt>
                <c:pt idx="1">
                  <c:v>Severe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40</c:v>
                </c:pt>
                <c:pt idx="1">
                  <c:v>60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137160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914400" y="137160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2026-03-07T21:36:55Z</dcterms:created>
  <dcterms:modified xsi:type="dcterms:W3CDTF">2026-03-07T21:36:55Z</dcterms:modified>
</cp:coreProperties>
</file>